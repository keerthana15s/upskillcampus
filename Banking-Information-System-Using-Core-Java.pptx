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89286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Banking Information System Using Core Java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64319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hands-on project to understand financial application development through object-oriented programming principles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5574" y="827961"/>
            <a:ext cx="1409105" cy="260152"/>
          </a:xfrm>
          <a:prstGeom prst="roundRect">
            <a:avLst>
              <a:gd name="adj" fmla="val 70870"/>
            </a:avLst>
          </a:prstGeom>
          <a:solidFill>
            <a:srgbClr val="D4E9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7728" y="957977"/>
            <a:ext cx="122873" cy="1228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2037" y="874038"/>
            <a:ext cx="1040487" cy="167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GOALS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735574" y="1131689"/>
            <a:ext cx="4043124" cy="505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Learning Objectives</a:t>
            </a:r>
            <a:endParaRPr lang="en-US" sz="3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574" y="2164437"/>
            <a:ext cx="7122200" cy="48729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40203" y="1922978"/>
            <a:ext cx="153591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203" y="2161223"/>
            <a:ext cx="3662005" cy="228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40203" y="2283738"/>
            <a:ext cx="2431375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Build a Banking Application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9240203" y="2645331"/>
            <a:ext cx="3662005" cy="419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a functional system using Core Java fundamentals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9240203" y="3289221"/>
            <a:ext cx="153591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203" y="3512106"/>
            <a:ext cx="3662005" cy="228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40203" y="3649980"/>
            <a:ext cx="2021562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Master OOP Concepts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9240203" y="4011573"/>
            <a:ext cx="3662005" cy="419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 inheritance, encapsulation, and polymorphism in practice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9240203" y="4655463"/>
            <a:ext cx="153591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203" y="4862989"/>
            <a:ext cx="3662005" cy="228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240203" y="5016222"/>
            <a:ext cx="2021562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Simulate Real Banking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9240203" y="5377815"/>
            <a:ext cx="3662005" cy="419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authentic transaction workflows and account management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9240203" y="6021705"/>
            <a:ext cx="153591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0203" y="6213872"/>
            <a:ext cx="3662005" cy="228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240203" y="6382464"/>
            <a:ext cx="2021562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Enhance Coding Skills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9240203" y="6744057"/>
            <a:ext cx="3662005" cy="419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Strengthen logical thinking and problem-solving abilities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208" y="975955"/>
            <a:ext cx="5377934" cy="672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Requirements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5208" y="2129909"/>
            <a:ext cx="3524488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Hardware Specifications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15208" y="2749987"/>
            <a:ext cx="6350675" cy="1300520"/>
          </a:xfrm>
          <a:prstGeom prst="roundRect">
            <a:avLst>
              <a:gd name="adj" fmla="val 84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348" y="2749987"/>
            <a:ext cx="91440" cy="130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0960" y="2977158"/>
            <a:ext cx="2688908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Processor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10960" y="3505795"/>
            <a:ext cx="58277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 i3 or above for smooth performance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5208" y="4243149"/>
            <a:ext cx="6350675" cy="1300520"/>
          </a:xfrm>
          <a:prstGeom prst="roundRect">
            <a:avLst>
              <a:gd name="adj" fmla="val 84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48" y="4243149"/>
            <a:ext cx="91440" cy="1300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0960" y="4470321"/>
            <a:ext cx="2688908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Memory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010960" y="4998958"/>
            <a:ext cx="58277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GB RAM minimum to run development environment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15208" y="5736312"/>
            <a:ext cx="6350675" cy="1300520"/>
          </a:xfrm>
          <a:prstGeom prst="roundRect">
            <a:avLst>
              <a:gd name="adj" fmla="val 84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48" y="5736312"/>
            <a:ext cx="91440" cy="1300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10960" y="5963483"/>
            <a:ext cx="2688908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Storage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1010960" y="6492121"/>
            <a:ext cx="58277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GB free hard disk space for JDK and IDE installation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572137" y="2129909"/>
            <a:ext cx="3464123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Software Specifications</a:t>
            </a:r>
            <a:endParaRPr lang="en-US" sz="2500" dirty="0"/>
          </a:p>
        </p:txBody>
      </p:sp>
      <p:sp>
        <p:nvSpPr>
          <p:cNvPr id="17" name="Shape 12"/>
          <p:cNvSpPr/>
          <p:nvPr/>
        </p:nvSpPr>
        <p:spPr>
          <a:xfrm>
            <a:off x="7572137" y="2749987"/>
            <a:ext cx="6350675" cy="1300520"/>
          </a:xfrm>
          <a:prstGeom prst="roundRect">
            <a:avLst>
              <a:gd name="adj" fmla="val 84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277" y="2749987"/>
            <a:ext cx="91440" cy="13005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67888" y="2977158"/>
            <a:ext cx="2688908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Operating System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7867888" y="3505795"/>
            <a:ext cx="58277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Windows, Linux, or MacOS supported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572137" y="4243149"/>
            <a:ext cx="6350675" cy="1300520"/>
          </a:xfrm>
          <a:prstGeom prst="roundRect">
            <a:avLst>
              <a:gd name="adj" fmla="val 84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277" y="4243149"/>
            <a:ext cx="91440" cy="13005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867888" y="4470321"/>
            <a:ext cx="2688908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 Development Kit</a:t>
            </a:r>
            <a:endParaRPr lang="en-US" sz="2100" dirty="0"/>
          </a:p>
        </p:txBody>
      </p:sp>
      <p:sp>
        <p:nvSpPr>
          <p:cNvPr id="24" name="Text 17"/>
          <p:cNvSpPr/>
          <p:nvPr/>
        </p:nvSpPr>
        <p:spPr>
          <a:xfrm>
            <a:off x="7867888" y="4998958"/>
            <a:ext cx="58277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JDK 8 or newer version required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7572137" y="5736312"/>
            <a:ext cx="6350675" cy="1300520"/>
          </a:xfrm>
          <a:prstGeom prst="roundRect">
            <a:avLst>
              <a:gd name="adj" fmla="val 84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9277" y="5736312"/>
            <a:ext cx="91440" cy="13005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67888" y="5963483"/>
            <a:ext cx="4452818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Integrated Development Environment</a:t>
            </a:r>
            <a:endParaRPr lang="en-US" sz="2100" dirty="0"/>
          </a:p>
        </p:txBody>
      </p:sp>
      <p:sp>
        <p:nvSpPr>
          <p:cNvPr id="28" name="Text 20"/>
          <p:cNvSpPr/>
          <p:nvPr/>
        </p:nvSpPr>
        <p:spPr>
          <a:xfrm>
            <a:off x="7867888" y="6492121"/>
            <a:ext cx="58277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Eclipse, IntelliJ IDEA, or NetBeans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0469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Stack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550676"/>
            <a:ext cx="1783675" cy="178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460509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Java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5091232"/>
            <a:ext cx="307538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foundation language providing robust, platform-independent development capabilities with extensive libraries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442" y="2550676"/>
            <a:ext cx="1783675" cy="17836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04442" y="460509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Eclipse IDE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04442" y="5091232"/>
            <a:ext cx="307538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Professional development environment with debugging tools, code completion, and project management features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574" y="2550676"/>
            <a:ext cx="1783675" cy="17836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0574" y="460509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IntelliJ IDEA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0574" y="5091232"/>
            <a:ext cx="307538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coding assistant with advanced refactoring, version control integration, and productivity tools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6707" y="2550676"/>
            <a:ext cx="1783675" cy="17836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96707" y="460509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NetBeans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96707" y="5091232"/>
            <a:ext cx="307538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Open-source IDE offering comprehensive Java support with intuitive interface and powerful debugging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1439585"/>
            <a:ext cx="2637949" cy="407075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8206" y="1556504"/>
            <a:ext cx="173236" cy="1732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8001" y="1504474"/>
            <a:ext cx="2118360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58309" y="193321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System Modules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58309" y="2970848"/>
            <a:ext cx="3115985" cy="2321362"/>
          </a:xfrm>
          <a:prstGeom prst="roundRect">
            <a:avLst>
              <a:gd name="adj" fmla="val 1400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2504" y="3195042"/>
            <a:ext cx="266759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Account Creation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82504" y="3681174"/>
            <a:ext cx="266759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Register new customers with unique account numbers and personal details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090868" y="2970848"/>
            <a:ext cx="3115985" cy="2321362"/>
          </a:xfrm>
          <a:prstGeom prst="roundRect">
            <a:avLst>
              <a:gd name="adj" fmla="val 1400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15063" y="3195042"/>
            <a:ext cx="266759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Deposit Funds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315063" y="3681174"/>
            <a:ext cx="266759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money to accounts with transaction validation and balance updates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423428" y="2970848"/>
            <a:ext cx="3115985" cy="2321362"/>
          </a:xfrm>
          <a:prstGeom prst="roundRect">
            <a:avLst>
              <a:gd name="adj" fmla="val 1400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47623" y="3195042"/>
            <a:ext cx="266759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Withdraw Money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647623" y="3681174"/>
            <a:ext cx="266759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withdrawals with sufficient balance checks and limit verification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0755987" y="2970848"/>
            <a:ext cx="3116104" cy="2321362"/>
          </a:xfrm>
          <a:prstGeom prst="roundRect">
            <a:avLst>
              <a:gd name="adj" fmla="val 1400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80182" y="3195042"/>
            <a:ext cx="266771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Balance Enquiry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980182" y="3681174"/>
            <a:ext cx="266771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 current account balance and recent transaction summaries instantly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58309" y="5508784"/>
            <a:ext cx="131137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2504" y="573297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Account Details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82504" y="6219111"/>
            <a:ext cx="126653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 comprehensive customer information and account history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878" y="579001"/>
            <a:ext cx="6513433" cy="692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Development Methodology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878" y="1808678"/>
            <a:ext cx="8371999" cy="4434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7176" y="4977907"/>
            <a:ext cx="2178800" cy="27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Console Input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48795" y="5323911"/>
            <a:ext cx="2217181" cy="40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 user commands via console interface.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77582" y="2319562"/>
            <a:ext cx="2178800" cy="27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Validate &amp; Parse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39202" y="2665565"/>
            <a:ext cx="2217181" cy="40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Parse input and validate command structure.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07159" y="2319562"/>
            <a:ext cx="2178800" cy="27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Execute Logic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07159" y="2665565"/>
            <a:ext cx="2217180" cy="40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business logic in organized classes.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689152" y="4978051"/>
            <a:ext cx="2178800" cy="27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Display Results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89152" y="5324055"/>
            <a:ext cx="2217181" cy="40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 operation results back to console.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6878" y="6473190"/>
            <a:ext cx="8371999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employs a methodical console-based approach, processing user commands through well-organised classes and methods that handle banking operations efficiently.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9478566" y="1578531"/>
            <a:ext cx="4574024" cy="6075283"/>
          </a:xfrm>
          <a:prstGeom prst="roundRect">
            <a:avLst>
              <a:gd name="adj" fmla="val 11049"/>
            </a:avLst>
          </a:prstGeom>
          <a:solidFill>
            <a:srgbClr val="75BAE6"/>
          </a:solidFill>
          <a:ln/>
        </p:spPr>
      </p:sp>
      <p:sp>
        <p:nvSpPr>
          <p:cNvPr id="14" name="Text 11"/>
          <p:cNvSpPr/>
          <p:nvPr/>
        </p:nvSpPr>
        <p:spPr>
          <a:xfrm>
            <a:off x="9689068" y="2568535"/>
            <a:ext cx="3809286" cy="415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Technical Implementation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689068" y="3188613"/>
            <a:ext cx="4153019" cy="332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Console interface captures user input for all operations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Conditional statements validate transactions and business rules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Loops enable continuous interaction until user exits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Object-oriented classes organise code into logical components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Methods encapsulate specific banking functionalities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7155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Advantages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309" y="3117533"/>
            <a:ext cx="649962" cy="6499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40382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User-Friendly Design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4524375"/>
            <a:ext cx="419076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Intuitive console commands make navigation straightforward for beginners. Clear prompts guide users through each banking operation without confusion.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819" y="3117533"/>
            <a:ext cx="649962" cy="6499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40382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Simple Yet Efficient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19819" y="4524375"/>
            <a:ext cx="419076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Streamlined code structure ensures quick execution of transactions. Minimal resource requirements mean the system runs smoothly on basic hardware.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1329" y="3117533"/>
            <a:ext cx="649962" cy="6499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40382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Educational Value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81329" y="4524375"/>
            <a:ext cx="419076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Reinforces fundamental Java concepts including classes, objects, methods, and inheritance. Provides practical experience with real-world application development.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608" y="971193"/>
            <a:ext cx="2172772" cy="363736"/>
          </a:xfrm>
          <a:prstGeom prst="roundRect">
            <a:avLst>
              <a:gd name="adj" fmla="val 63589"/>
            </a:avLst>
          </a:prstGeom>
          <a:noFill/>
          <a:ln w="7620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7838" y="1036558"/>
            <a:ext cx="1926312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CONSTRAINTS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4608" y="1403509"/>
            <a:ext cx="5072182" cy="634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Limitations</a:t>
            </a:r>
            <a:endParaRPr lang="en-US" sz="3950" dirty="0"/>
          </a:p>
        </p:txBody>
      </p:sp>
      <p:sp>
        <p:nvSpPr>
          <p:cNvPr id="5" name="Text 3"/>
          <p:cNvSpPr/>
          <p:nvPr/>
        </p:nvSpPr>
        <p:spPr>
          <a:xfrm>
            <a:off x="674608" y="2466142"/>
            <a:ext cx="3106222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Areas for Improvement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674608" y="3017996"/>
            <a:ext cx="6405443" cy="87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Whilst the banking system successfully demonstrates core programming principles, it operates with certain constraints that reflect its educational focus rather than commercial deployment.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4608" y="4046339"/>
            <a:ext cx="6405443" cy="87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 these limitations helps identify pathways for future enhancement and provides realistic expectations for project scope.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57968" y="2776657"/>
            <a:ext cx="3116937" cy="2059781"/>
          </a:xfrm>
          <a:prstGeom prst="roundRect">
            <a:avLst>
              <a:gd name="adj" fmla="val 5327"/>
            </a:avLst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7968" y="2753797"/>
            <a:ext cx="3116937" cy="914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294" y="2487573"/>
            <a:ext cx="578168" cy="578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00768" y="2632115"/>
            <a:ext cx="231219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773472" y="3258502"/>
            <a:ext cx="2536031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Console Interface Only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7773472" y="3746897"/>
            <a:ext cx="2685931" cy="87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Text-based interaction lacks visual appeal and modern user experience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10846356" y="2776657"/>
            <a:ext cx="3117056" cy="2059781"/>
          </a:xfrm>
          <a:prstGeom prst="roundRect">
            <a:avLst>
              <a:gd name="adj" fmla="val 5327"/>
            </a:avLst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6356" y="2753797"/>
            <a:ext cx="3117056" cy="9144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5800" y="2487573"/>
            <a:ext cx="578168" cy="578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289274" y="2632115"/>
            <a:ext cx="231219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1061859" y="3258502"/>
            <a:ext cx="2536031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Data Persistence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11061859" y="3746897"/>
            <a:ext cx="2686050" cy="87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 information exists only during runtime without database storage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557968" y="5296972"/>
            <a:ext cx="6405443" cy="1768435"/>
          </a:xfrm>
          <a:prstGeom prst="roundRect">
            <a:avLst>
              <a:gd name="adj" fmla="val 6205"/>
            </a:avLst>
          </a:prstGeom>
          <a:solidFill>
            <a:srgbClr val="FFFF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7968" y="5274112"/>
            <a:ext cx="6405443" cy="91440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1547" y="5007888"/>
            <a:ext cx="578168" cy="578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645021" y="5152430"/>
            <a:ext cx="231219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6"/>
          <p:cNvSpPr/>
          <p:nvPr/>
        </p:nvSpPr>
        <p:spPr>
          <a:xfrm>
            <a:off x="7773472" y="5778817"/>
            <a:ext cx="2536031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Basic Security</a:t>
            </a:r>
            <a:endParaRPr lang="en-US" sz="1950" dirty="0"/>
          </a:p>
        </p:txBody>
      </p:sp>
      <p:sp>
        <p:nvSpPr>
          <p:cNvPr id="25" name="Text 17"/>
          <p:cNvSpPr/>
          <p:nvPr/>
        </p:nvSpPr>
        <p:spPr>
          <a:xfrm>
            <a:off x="7773472" y="6267212"/>
            <a:ext cx="5974437" cy="582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authentication and encryption features for protecting sensitive data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608" y="1124664"/>
            <a:ext cx="6911697" cy="634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Enhancement Roadmap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867370" y="2304931"/>
            <a:ext cx="192643" cy="1389936"/>
          </a:xfrm>
          <a:prstGeom prst="roundRect">
            <a:avLst>
              <a:gd name="adj" fmla="val 15008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4608" y="2178368"/>
            <a:ext cx="578168" cy="578168"/>
          </a:xfrm>
          <a:prstGeom prst="roundRect">
            <a:avLst>
              <a:gd name="adj" fmla="val 7907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50" y="2322909"/>
            <a:ext cx="289084" cy="2890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4226" y="2208490"/>
            <a:ext cx="2536031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 Integration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424226" y="2628305"/>
            <a:ext cx="7045166" cy="87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MySQL or PostgreSQL connectivity to persist customer data, transaction histories, and account information permanently across sessions.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156454" y="4155519"/>
            <a:ext cx="192643" cy="1098590"/>
          </a:xfrm>
          <a:prstGeom prst="roundRect">
            <a:avLst>
              <a:gd name="adj" fmla="val 15008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63692" y="4028956"/>
            <a:ext cx="578168" cy="578168"/>
          </a:xfrm>
          <a:prstGeom prst="roundRect">
            <a:avLst>
              <a:gd name="adj" fmla="val 7907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234" y="4173498"/>
            <a:ext cx="289084" cy="2890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13309" y="4059079"/>
            <a:ext cx="2727008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Graphical User Interface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713309" y="4478893"/>
            <a:ext cx="6756082" cy="582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an intuitive GUI using JavaFX or Swing frameworks, featuring forms, buttons, and visual feedback for enhanced user experience.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1445538" y="5714762"/>
            <a:ext cx="192643" cy="1389936"/>
          </a:xfrm>
          <a:prstGeom prst="roundRect">
            <a:avLst>
              <a:gd name="adj" fmla="val 15008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252776" y="5588198"/>
            <a:ext cx="578168" cy="578168"/>
          </a:xfrm>
          <a:prstGeom prst="roundRect">
            <a:avLst>
              <a:gd name="adj" fmla="val 7907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7318" y="5732740"/>
            <a:ext cx="289084" cy="2890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002393" y="5618321"/>
            <a:ext cx="2536031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Advanced Security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2002393" y="6038136"/>
            <a:ext cx="6466999" cy="87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encryption for sensitive data, implement secure password hashing, introduce multi-factor authentication, and maintain comprehensive audit logs.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9488" y="526018"/>
            <a:ext cx="2085380" cy="345162"/>
          </a:xfrm>
          <a:prstGeom prst="roundRect">
            <a:avLst>
              <a:gd name="adj" fmla="val 66508"/>
            </a:avLst>
          </a:prstGeom>
          <a:solidFill>
            <a:srgbClr val="D4E9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265" y="622102"/>
            <a:ext cx="152995" cy="1529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3698" y="583406"/>
            <a:ext cx="162639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COMPLETE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9488" y="938689"/>
            <a:ext cx="5034082" cy="629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3950" dirty="0"/>
          </a:p>
        </p:txBody>
      </p:sp>
      <p:sp>
        <p:nvSpPr>
          <p:cNvPr id="6" name="Text 3"/>
          <p:cNvSpPr/>
          <p:nvPr/>
        </p:nvSpPr>
        <p:spPr>
          <a:xfrm>
            <a:off x="669488" y="3578066"/>
            <a:ext cx="8476059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Banking Information System project successfully demonstrates how Core Java can be leveraged to build practical, real-world applications. Through implementing essential banking operations, this project provides invaluable hands-on experience with object-oriented programming principles.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9488" y="4882515"/>
            <a:ext cx="8476059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gain practical exposure to class design, method implementation, and logical flow control whilst creating a functional system. This foundation prepares developers for more complex enterprise applications and reinforces fundamental programming concepts that are essential for professional software development.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893" y="2011085"/>
            <a:ext cx="4348520" cy="55909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2026-01-31T11:39:23Z</dcterms:created>
  <dcterms:modified xsi:type="dcterms:W3CDTF">2026-01-31T11:39:23Z</dcterms:modified>
</cp:coreProperties>
</file>